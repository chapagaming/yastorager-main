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03447BB-5D67-496B-8E87-E561075AD55C}" styleName="Темный стиль 1 — акцент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5C7D1-ADBE-4DB7-BF32-7FB591131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43C127-4A6B-47C2-A975-736AADF81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41C06B-38CC-49E8-B070-5B1F0E7D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ADD39-812B-4A60-86A8-E335B002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46E6D0-00E8-4BD0-888D-CF01967A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33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83304-1BFE-4959-A5A2-5D0CDF87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8F802-6B76-4D49-A972-40B31B8A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46E9CC-8979-4ADF-A712-10B6A206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0D0E4-C680-42FF-9B4A-C12AFE3E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1A128-9E33-49FF-A3AD-AC0E4C20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23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21132B-C198-4C6D-B4DE-A7739537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41C86C-CF53-4F25-B0E1-C0C992CD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3CEAF-45E1-430D-ACCB-26E59388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2D2B0-6962-488A-AF16-4E3594B0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4C613A-D693-4CF5-80BA-95EF2D6E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39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CB2D2-B7DD-4712-9DAC-A074B8B9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5B0AA0-8CC5-4A5B-9092-37F2EB484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DD84C3-1951-4B3C-93B7-56C260482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13CCA4-2EA4-4C25-86F0-243F86E1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6056C1-9AEE-4C0B-8237-FAE06AD7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FD43AC-00AD-4597-91C6-D27E2609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3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9E2ED-001F-4D45-9102-B6FC9E74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60B233-97E0-4736-B0DB-3A7EB7006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816D30-3AC0-4BD1-82B0-F8CF32C1D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7AAD04-54AC-4EC9-94B1-51C9C100B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C75EF3-1CDE-4B01-9062-19932E99D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A9923C-DD93-4368-B31C-BF78DE51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AE8663-4466-40FC-9A3D-81CACCAAB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71B90A-1F4F-4833-82E0-063759B7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1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A770F-1D0F-41C0-9491-B8E4AE61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17BA26-C02D-4B5E-A089-9B561B9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84C97B-EA43-4CEF-A968-20069E48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934AA9-DA6C-44D6-A333-B1297AC8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87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0B990B-CEE8-4556-A30B-4E371D88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E5E36A-6DFC-44CA-B218-EE836F18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999BA-3CCB-494A-A114-7660640D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24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A962F-CC98-4187-A674-F0AF320B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CD282-017B-4521-8480-CC39BA24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9D8860-B8B8-4431-9C25-4AC451319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36644D-7201-494B-9CDC-9D5F7A35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22DADD-83AB-44D1-BCE9-2438F743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BE79B4-93FB-4F4C-B23B-21CA9CBE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31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FA665-181D-48DF-9C38-0FB5E28CA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27C1A4-9E13-4AA1-BEAD-8A3747C44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149439-B916-42D3-BD53-8748CF5F5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E8FF7B-5B08-40C8-A290-1B0A0722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AC9541-DA87-444E-B249-99B31E64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95861D-749C-41F5-BF2E-19ED507D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41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CB088-F04A-46CA-97E6-49E6FC4C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783660-9C42-4FEA-845D-D2A2FC721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6F5206-081C-4558-958D-4897567A6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9A4B9D-E4AC-4660-A44A-E48A2A09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62DAA-1A75-46FE-8F42-7EC8B3F7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5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C3B0359-1202-43F8-A7A8-DD21340E7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E497DD-2FBF-49F0-ADA9-E88AF8DB6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81BAD8-8C3E-4CCE-BFF6-F82DE1F8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0893E-27E1-44D2-A947-5FDFDB09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E8BDB-650C-4848-BE83-2D44A4EB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E121F-6669-4801-9276-737FD57F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C56439-CA43-455E-A1F4-7649C2589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1C0AA3-8922-41E7-830F-6699B5784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1BE5E-5333-4BD4-98F4-AC5F1DC5955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2D6249-02C9-4718-B373-C818A53E6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E0D79F-B611-490D-BB96-B0F3368EE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346F6-9D0E-46BC-851D-41D1A5CE4D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5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onts.google.com/specimen/Montserrat?subset=cyrilli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757551-1521-4293-8514-793956AECE06}"/>
              </a:ext>
            </a:extLst>
          </p:cNvPr>
          <p:cNvSpPr txBox="1"/>
          <p:nvPr/>
        </p:nvSpPr>
        <p:spPr>
          <a:xfrm>
            <a:off x="2651749" y="1830621"/>
            <a:ext cx="7629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Montserrat SemiBold" panose="00000700000000000000" pitchFamily="2" charset="-52"/>
              </a:rPr>
              <a:t>Система учёта запчастей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39546-B8CD-4665-8DF7-676D8779C723}"/>
              </a:ext>
            </a:extLst>
          </p:cNvPr>
          <p:cNvSpPr txBox="1"/>
          <p:nvPr/>
        </p:nvSpPr>
        <p:spPr>
          <a:xfrm>
            <a:off x="5513147" y="632936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2026 год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62410-A267-44D0-82BF-C94E6AC68F72}"/>
              </a:ext>
            </a:extLst>
          </p:cNvPr>
          <p:cNvSpPr txBox="1"/>
          <p:nvPr/>
        </p:nvSpPr>
        <p:spPr>
          <a:xfrm>
            <a:off x="8799682" y="4852034"/>
            <a:ext cx="2446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 Medium" panose="00000600000000000000" pitchFamily="2" charset="-52"/>
              </a:rPr>
              <a:t>Выполнил:</a:t>
            </a:r>
          </a:p>
          <a:p>
            <a:pPr marL="285750" indent="-285750">
              <a:buFontTx/>
              <a:buChar char="-"/>
            </a:pP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Голомидов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 Андрей Михайлович</a:t>
            </a:r>
          </a:p>
        </p:txBody>
      </p:sp>
    </p:spTree>
    <p:extLst>
      <p:ext uri="{BB962C8B-B14F-4D97-AF65-F5344CB8AC3E}">
        <p14:creationId xmlns:p14="http://schemas.microsoft.com/office/powerpoint/2010/main" val="1728130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1482436" y="548986"/>
            <a:ext cx="105144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Для оформления твоей презентации мы предлагаем тебе два вида слайдов: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 оленем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без оленя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Тебе нужно просто скопировать эти слайды в нужном количестве! 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  <a:sym typeface="Wingdings" panose="05000000000000000000" pitchFamily="2" charset="2"/>
              </a:rPr>
              <a:t>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00181" y="3754469"/>
            <a:ext cx="758412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Обрати внимание, что цвет надписей – сизый </a:t>
            </a:r>
          </a:p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(сизый, текст 2, более тёмный оттенок 50%). </a:t>
            </a:r>
          </a:p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Пожалуйста, не используй чёрный.</a:t>
            </a:r>
          </a:p>
          <a:p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Если имеется необходимость добавить ещё один цвет: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подумай, нужно ли тебе это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посоветуйся с наставником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вернись к первому пункту</a:t>
            </a:r>
          </a:p>
          <a:p>
            <a:pPr marL="285750" indent="-285750">
              <a:buFontTx/>
              <a:buChar char="-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Montserrat" panose="00000500000000000000" pitchFamily="2" charset="-52"/>
              </a:rPr>
              <a:t>в крайнем случае используй белый!</a:t>
            </a:r>
          </a:p>
        </p:txBody>
      </p:sp>
    </p:spTree>
    <p:extLst>
      <p:ext uri="{BB962C8B-B14F-4D97-AF65-F5344CB8AC3E}">
        <p14:creationId xmlns:p14="http://schemas.microsoft.com/office/powerpoint/2010/main" val="2686503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BBF43A-5DB5-48A0-91DE-A674E41B5479}"/>
              </a:ext>
            </a:extLst>
          </p:cNvPr>
          <p:cNvSpPr txBox="1"/>
          <p:nvPr/>
        </p:nvSpPr>
        <p:spPr>
          <a:xfrm>
            <a:off x="2272144" y="554181"/>
            <a:ext cx="969528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Montserrat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– это название семейства шрифтов, который используется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в данной презентации.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Скачай и установи его, если до сих пор этого не сделал.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Montserrat - Google Fonts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Не бойся выделять акценты </a:t>
            </a:r>
            <a:r>
              <a:rPr lang="ru-RU" sz="20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жирным,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</a:t>
            </a:r>
            <a:r>
              <a:rPr lang="ru-RU" sz="2000" i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использовать курсив </a:t>
            </a:r>
          </a:p>
          <a:p>
            <a:r>
              <a:rPr lang="ru-RU" sz="2000" u="sng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и подчёркивать важную информацию!</a:t>
            </a:r>
          </a:p>
          <a:p>
            <a:endParaRPr lang="ru-RU" sz="2000" u="sng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Не забывай о том, что презентация – дополнение твоего выступления.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На ней </a:t>
            </a:r>
            <a:r>
              <a:rPr lang="ru-RU" sz="20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не должно быть много текста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, только краткие тезисы!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23DEA5-0DD0-468E-91DB-E099151324C8}"/>
              </a:ext>
            </a:extLst>
          </p:cNvPr>
          <p:cNvSpPr txBox="1"/>
          <p:nvPr/>
        </p:nvSpPr>
        <p:spPr>
          <a:xfrm>
            <a:off x="3140364" y="5903709"/>
            <a:ext cx="6200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Мы верим, что у тебя всё получится! Дерзай!</a:t>
            </a:r>
          </a:p>
        </p:txBody>
      </p:sp>
    </p:spTree>
    <p:extLst>
      <p:ext uri="{BB962C8B-B14F-4D97-AF65-F5344CB8AC3E}">
        <p14:creationId xmlns:p14="http://schemas.microsoft.com/office/powerpoint/2010/main" val="381707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5130799" y="256598"/>
            <a:ext cx="6873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Актуальность и суть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244558" y="1224367"/>
            <a:ext cx="70720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Хранить список запчастей в таблицах или в чужих экосистемах крайне негативно </a:t>
            </a:r>
            <a:r>
              <a:rPr lang="ru-RU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скажиться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на выход в более глобальный рынок.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3E86D-99E9-455A-9B43-35FC3E9A6FFA}"/>
              </a:ext>
            </a:extLst>
          </p:cNvPr>
          <p:cNvSpPr txBox="1"/>
          <p:nvPr/>
        </p:nvSpPr>
        <p:spPr>
          <a:xfrm>
            <a:off x="6096000" y="2987627"/>
            <a:ext cx="46693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Мой проект позволит организовывать связи с зарубежными компаниями, в которые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1C 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не используется.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8CD494C-C864-4997-BD09-079FCB035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6" y="2425749"/>
            <a:ext cx="4597903" cy="417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19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6512137" y="256598"/>
            <a:ext cx="5440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Цель и задачи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513005" y="1912264"/>
            <a:ext cx="81267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Цель – Создать систему контроля запчастей, способную к внедрению в чужие, не закрытие (как 1С) экосистемы.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Задачи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: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	Определить архитектуру приложения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	Определить дизайн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	Создать логику системы контроля запчастей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	Создать оболочку для работы с логикой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36587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190902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Среди аналогов моего приложения есть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TopLog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WMS, 1C:WMS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Логистика. Оба </a:t>
            </a:r>
            <a:r>
              <a:rPr lang="ru-RU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неспо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</a:p>
          <a:p>
            <a:r>
              <a:rPr lang="ru-RU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собны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выйти за пределы замкнутой экосистемы 1С.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Artwms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очень производительная 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WMS, 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которая больше специализируется на сезонных вспышках продаж, которые для </a:t>
            </a:r>
          </a:p>
          <a:p>
            <a:r>
              <a:rPr lang="ru-RU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ГАЗа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не характерны. Самый достойный конкурент – это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AXELOT WMS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. Он способен </a:t>
            </a:r>
            <a:r>
              <a:rPr lang="ru-RU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ра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Ботать на зарубежный рынок и получать данные с 1С, но </a:t>
            </a:r>
            <a:r>
              <a:rPr lang="ru-RU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перестрока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 производства </a:t>
            </a:r>
            <a:r>
              <a:rPr lang="ru-RU" sz="20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бу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-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								дет стоить очень дорого.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9A95987-8C35-429D-BD3F-AC506CB90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59" y="3668491"/>
            <a:ext cx="2414113" cy="297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DEB80E58-852F-4E32-BD99-31DDCDB8C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917" y="5331244"/>
            <a:ext cx="4203879" cy="1019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91275ADF-60EB-4203-B20D-6A28FBAFC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190" y="3893116"/>
            <a:ext cx="3399320" cy="101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8" descr="Picture background">
            <a:extLst>
              <a:ext uri="{FF2B5EF4-FFF2-40B4-BE49-F238E27FC236}">
                <a16:creationId xmlns:a16="http://schemas.microsoft.com/office/drawing/2014/main" id="{31EA3EFC-7F8C-4FBB-AB97-2EE924F6B6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636312" cy="163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8" name="Picture 10" descr="Picture background">
            <a:extLst>
              <a:ext uri="{FF2B5EF4-FFF2-40B4-BE49-F238E27FC236}">
                <a16:creationId xmlns:a16="http://schemas.microsoft.com/office/drawing/2014/main" id="{F1C1E78F-FA46-4121-A20B-DF9B252A1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639" y="3931423"/>
            <a:ext cx="2447181" cy="244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45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4275833" y="256598"/>
            <a:ext cx="7726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Анализ существующих решений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629CF7F-0B7A-44E5-A836-C5D366C94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476655"/>
              </p:ext>
            </p:extLst>
          </p:nvPr>
        </p:nvGraphicFramePr>
        <p:xfrm>
          <a:off x="321366" y="1316013"/>
          <a:ext cx="11549268" cy="516367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87317">
                  <a:extLst>
                    <a:ext uri="{9D8B030D-6E8A-4147-A177-3AD203B41FA5}">
                      <a16:colId xmlns:a16="http://schemas.microsoft.com/office/drawing/2014/main" val="378163225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677063916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3058195800"/>
                    </a:ext>
                  </a:extLst>
                </a:gridCol>
                <a:gridCol w="2887317">
                  <a:extLst>
                    <a:ext uri="{9D8B030D-6E8A-4147-A177-3AD203B41FA5}">
                      <a16:colId xmlns:a16="http://schemas.microsoft.com/office/drawing/2014/main" val="1963992699"/>
                    </a:ext>
                  </a:extLst>
                </a:gridCol>
              </a:tblGrid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  <a:latin typeface="Montserrat SemiBold" panose="00000700000000000000" pitchFamily="2" charset="-52"/>
                        </a:rPr>
                        <a:t>Параметр сравнения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Montserrat SemiBold" panose="00000700000000000000" pitchFamily="2" charset="-52"/>
                        </a:rPr>
                        <a:t>Аналог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Montserrat SemiBold" panose="00000700000000000000" pitchFamily="2" charset="-52"/>
                        </a:rPr>
                        <a:t>Аналог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latin typeface="Montserrat SemiBold" panose="00000700000000000000" pitchFamily="2" charset="-52"/>
                        </a:rPr>
                        <a:t>Ваше решение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350599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94819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817295705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3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66826931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4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915138400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5</a:t>
                      </a:r>
                    </a:p>
                    <a:p>
                      <a:pPr algn="ctr"/>
                      <a:endParaRPr lang="ru-RU" dirty="0">
                        <a:solidFill>
                          <a:schemeClr val="tx2">
                            <a:lumMod val="50000"/>
                          </a:schemeClr>
                        </a:solidFill>
                        <a:latin typeface="Montserrat SemiBold" panose="000007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38879119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3968273"/>
                  </a:ext>
                </a:extLst>
              </a:tr>
              <a:tr h="6355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Montserrat SemiBold" panose="00000700000000000000" pitchFamily="2" charset="-52"/>
                        </a:rPr>
                        <a:t>Параметр 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Montserrat" panose="00000500000000000000" pitchFamily="2" charset="-5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74619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10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5001389" y="256598"/>
            <a:ext cx="6960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Потенциальные потребители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1047915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Кто эти герои, которые будут пользоваться вашим продуктом?!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Определи их пол, возраст, регион проживания, уровень заработной платы…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Чем лучше ты знаешь свою целевую аудиторию – тем лучше!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Можешь разбавить этот слайд фото </a:t>
            </a: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  <a:sym typeface="Wingdings" panose="05000000000000000000" pitchFamily="2" charset="2"/>
              </a:rPr>
              <a:t>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5603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FEA7E-D50D-4033-9EEF-98A364DC9070}"/>
              </a:ext>
            </a:extLst>
          </p:cNvPr>
          <p:cNvSpPr txBox="1"/>
          <p:nvPr/>
        </p:nvSpPr>
        <p:spPr>
          <a:xfrm>
            <a:off x="3679484" y="256598"/>
            <a:ext cx="833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ontserrat ExtraBold" panose="00000900000000000000" pitchFamily="2" charset="-52"/>
              </a:rPr>
              <a:t>Описание достигнутого результата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8E9C7-CF5A-4487-969A-BFE8265439B4}"/>
              </a:ext>
            </a:extLst>
          </p:cNvPr>
          <p:cNvSpPr txBox="1"/>
          <p:nvPr/>
        </p:nvSpPr>
        <p:spPr>
          <a:xfrm>
            <a:off x="320059" y="2054877"/>
            <a:ext cx="7845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Краткое описание (с фото) того, что вам удалось сделать.</a:t>
            </a: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-52"/>
              </a:rPr>
              <a:t>Как прошли предварительные испытания?</a:t>
            </a:r>
          </a:p>
        </p:txBody>
      </p:sp>
    </p:spTree>
    <p:extLst>
      <p:ext uri="{BB962C8B-B14F-4D97-AF65-F5344CB8AC3E}">
        <p14:creationId xmlns:p14="http://schemas.microsoft.com/office/powerpoint/2010/main" val="20137548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423</Words>
  <Application>Microsoft Office PowerPoint</Application>
  <PresentationFormat>Широкоэкранный</PresentationFormat>
  <Paragraphs>66</Paragraphs>
  <Slides>9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Montserrat ExtraBold</vt:lpstr>
      <vt:lpstr>Montserrat Medium</vt:lpstr>
      <vt:lpstr>Montserrat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media krainova</dc:creator>
  <cp:lastModifiedBy>VR-9</cp:lastModifiedBy>
  <cp:revision>14</cp:revision>
  <dcterms:created xsi:type="dcterms:W3CDTF">2021-09-23T07:51:35Z</dcterms:created>
  <dcterms:modified xsi:type="dcterms:W3CDTF">2026-04-27T16:30:33Z</dcterms:modified>
</cp:coreProperties>
</file>